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Segoe UI"/>
              </a:rPr>
              <a:t>Supply Chain Atlas</a:t>
            </a:r>
          </a:p>
          <a:p>
            <a:r>
              <a:rPr sz="1800" b="0">
                <a:solidFill>
                  <a:srgbClr val="A5B2C2"/>
                </a:solidFill>
                <a:latin typeface="Segoe UI"/>
              </a:rPr>
              <a:t>Detect supply-chain &amp; ownership changes in SEC filings — alert, predict the market reaction, and measure the prediction</a:t>
            </a:r>
          </a:p>
          <a:p>
            <a:r>
              <a:rPr sz="1400" b="0">
                <a:solidFill>
                  <a:srgbClr val="85B7EB"/>
                </a:solidFill>
                <a:latin typeface="Consolas"/>
              </a:rPr>
              <a:t>detect → alert → predict → measure  ·  Airflow 3 · dbt · Kafka/Flink · MLflow ·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777"/>
                </a:solidFill>
                <a:latin typeface="Segoe UI"/>
              </a:rPr>
              <a:t>Data-engineering capstone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Segoe UI"/>
              </a:rPr>
              <a:t>The problem — filings tell you who depends on whom</a:t>
            </a:r>
          </a:p>
          <a:p>
            <a:r>
              <a:rPr sz="1500" b="0">
                <a:solidFill>
                  <a:srgbClr val="5C6777"/>
                </a:solidFill>
                <a:latin typeface="Segoe UI"/>
              </a:rPr>
              <a:t>The user, the signal, and the product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Scattered signal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insider trades, ownership stakes, subsidiaries, customer concentration — across a dozen filing types, ~2,000 filings a day, mostly messy text.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The user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an analyst watching a supply-chain universe, who needs relationship CHANGES, not documents.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Scope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a 79-entity hardware/semiconductor universe — and the universe itself is data (one CSV), so rescoping never touches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0972800" cy="155448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6ECF3"/>
                </a:solidFill>
                <a:latin typeface="Consolas"/>
              </a:rPr>
              <a:t>DETECT a relationship change  →  ALERT on it  →  PREDICT the market reaction (3d / 1w / 1m / 3m)  →  MEASURE the prediction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8292A8"/>
                </a:solidFill>
                <a:latin typeface="Consolas"/>
              </a:rPr>
              <a:t># when the actual prices arrive, every prediction is scored — the loop closes daily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Segoe UI"/>
              </a:rPr>
              <a:t>Architecture — batch backbone, event layer, ML loop, fast path</a:t>
            </a:r>
          </a:p>
          <a:p>
            <a:r>
              <a:rPr sz="1500" b="0">
                <a:solidFill>
                  <a:srgbClr val="5C6777"/>
                </a:solidFill>
                <a:latin typeface="Segoe UI"/>
              </a:rPr>
              <a:t>Bronze -&gt; Silver -&gt; Gold -&gt; events -&gt; ML -&gt; serving; Kafka/Flink beside it; Airflow over all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16636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SOURCES  pluggable registry: EDGAR backfill + CDC poller . market bars (yfinance)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BRONZE   gzipped docs on disk . Parquet lake (dt-partitioned)   # idempotent, cursor-resumable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SILVER   4 fixture-tested parsers -&gt; Postgres . price_daily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GOLD     dbt star schema: conformed dims + 5 edge facts, SCD2 both flavors,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incremental big facts, staging+marts tests -- 82 build steps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EVENTS   change detectors -&gt; filing_event  .  rule engine -&gt; alert (dedup, severity)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ML       stage 1: 8-K substance filter  .  stage 2: reaction model, 4 horizons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predict @ event time -&gt; backfill actuals -&gt; 12:00 eval -&gt; degradation alerts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MLflow registry: @champion alias promotion, frozen-baseline PSI drift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SERVING  FastAPI + live dashboard (graph . changes . outlook . pulse)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FAST PATH      EDGAR live feed -&gt; Redpanda -&gt; alert consumer -&gt; same alert table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  trades -&gt; Flink SQL (event time, watermarks, 10s VWAP) -&gt; Postgres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ORCHESTRATION  Airflow 3 in Docker Compose (Asia/Singapore):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CF3"/>
                </a:solidFill>
                <a:latin typeface="Consolas"/>
              </a:rPr>
              <a:t>               daily 09:30 . eval 12:00 . retrain Sun 10:00 . NLP Sat 10:00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Segoe UI"/>
              </a:rPr>
              <a:t>Results — every number verified against the running system</a:t>
            </a:r>
          </a:p>
          <a:p>
            <a:r>
              <a:rPr sz="1500" b="0">
                <a:solidFill>
                  <a:srgbClr val="5C6777"/>
                </a:solidFill>
                <a:latin typeface="Segoe UI"/>
              </a:rPr>
              <a:t>Counts from the live warehouse, registry, and Airflow — not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Data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205,000+ filings + ~196,000 daily bars from 2 sources, over a 79-entity universe defined as data (one CSV).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Warehouse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82 green dbt build steps — staging + marts tests, SCD2 both flavors, incremental facts.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Events → alerts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6,085 real alerts across 5 event types, deduplicated and severity-graded.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ML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2 registered models behind @champion aliases; stage-1 filter AUC .989 / F1 .969.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The loop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24,340 predictions logged, 24,132 measured against realized abnormal returns; trailing hit rates 54–57% by horizon.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The honest finding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stage-2 test AUC ~0.52 — near coin-flip, and the system says so, daily, automatically.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Fast path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Kafka/Flink: 4,750+ event-time trade windows landed in Postgres.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Operations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4 Airflow DAGs (daily 09:30 · eval 12:00 · weekly retrain · weekly NLP, Asia/Singapore); survives a nightly 9-hour power-off.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B8"/>
                </a:solidFill>
                <a:latin typeface="Segoe UI"/>
              </a:rPr>
              <a:t>▸ </a:t>
            </a:r>
            <a:r>
              <a:rPr sz="1500" b="1">
                <a:solidFill>
                  <a:srgbClr val="16202B"/>
                </a:solidFill>
                <a:latin typeface="Segoe UI"/>
              </a:rPr>
              <a:t>Quality — </a:t>
            </a:r>
            <a:r>
              <a:rPr sz="1500" b="0">
                <a:solidFill>
                  <a:srgbClr val="16202B"/>
                </a:solidFill>
                <a:latin typeface="Segoe UI"/>
              </a:rPr>
              <a:t>64-test pytest suite — found 5 real parser bugs.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Segoe UI"/>
              </a:rPr>
              <a:t>Reflection</a:t>
            </a:r>
          </a:p>
          <a:p>
            <a:r>
              <a:rPr sz="1500" b="0">
                <a:solidFill>
                  <a:srgbClr val="5C6777"/>
                </a:solidFill>
                <a:latin typeface="Segoe UI"/>
              </a:rPr>
              <a:t>Hardest part, proudest part,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Hardest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closing the actuals loop idempotently — event dates, trading-day windows, late bars, and a machine that sleeps 9 hours a night, all converging to the same state.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Proudest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the system's honesty: the reaction model is near coin-flip and the system reports it daily, automatically — a dashboard that flatters you is worthless.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With more time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curate the NLP gold set already gated in the weekly DAG; widen the universe to thousands of filers with concurrent ingestion.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6FB8"/>
                </a:solidFill>
                <a:latin typeface="Segoe UI"/>
              </a:rPr>
              <a:t>▸ </a:t>
            </a:r>
            <a:r>
              <a:rPr sz="1600" b="1">
                <a:solidFill>
                  <a:srgbClr val="16202B"/>
                </a:solidFill>
                <a:latin typeface="Segoe UI"/>
              </a:rPr>
              <a:t>With more time — </a:t>
            </a:r>
            <a:r>
              <a:rPr sz="1600" b="0">
                <a:solidFill>
                  <a:srgbClr val="16202B"/>
                </a:solidFill>
                <a:latin typeface="Segoe UI"/>
              </a:rPr>
              <a:t>shadow-score challenger models on live events before promotion; bring in Spark when the universe goes whole-market.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